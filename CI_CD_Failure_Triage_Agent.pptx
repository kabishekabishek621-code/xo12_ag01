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" name="Image 0" descr="icons_rob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FINAL SUBMISSION  ·  CHECKPOINT 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659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CI/CD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Triage Agent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investigates why a build failed — before deciding what to do about it.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349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2A46"/>
          </a:solidFill>
          <a:ln w="12700">
            <a:solidFill>
              <a:srgbClr val="23405F"/>
            </a:solidFill>
            <a:prstDash val="solid"/>
          </a:ln>
        </p:spPr>
      </p:sp>
      <p:pic>
        <p:nvPicPr>
          <p:cNvPr id="9" name="Image 1" descr="icons_bu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586984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5349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Regression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657600" y="5349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2A46"/>
          </a:solidFill>
          <a:ln w="12700">
            <a:solidFill>
              <a:srgbClr val="23405F"/>
            </a:solidFill>
            <a:prstDash val="solid"/>
          </a:ln>
        </p:spPr>
      </p:sp>
      <p:pic>
        <p:nvPicPr>
          <p:cNvPr id="12" name="Image 2" descr="icons_redo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558698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7680" y="5349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92240" y="5349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2A46"/>
          </a:solidFill>
          <a:ln w="12700">
            <a:solidFill>
              <a:srgbClr val="23405F"/>
            </a:solidFill>
            <a:prstDash val="solid"/>
          </a:ln>
        </p:spPr>
      </p:sp>
      <p:pic>
        <p:nvPicPr>
          <p:cNvPr id="15" name="Image 3" descr="icons_cloud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586984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32320" y="5349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Issue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9326880" y="53492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32A46"/>
          </a:solidFill>
          <a:ln w="12700">
            <a:solidFill>
              <a:srgbClr val="23405F"/>
            </a:solidFill>
            <a:prstDash val="solid"/>
          </a:ln>
        </p:spPr>
      </p:sp>
      <p:pic>
        <p:nvPicPr>
          <p:cNvPr id="18" name="Image 4" descr="icons_question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5586984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966960" y="5349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→ Escalate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CI systems stop at “build failed.”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44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teams waste real time and compute either re-running everything on every failure, or treating every failure as if it were a genuine bug. The value isn’t in reacting faster — it’s in deciding the correct category first, and only acting when it’s actually warranted.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6" name="Image 0" descr="icons_redo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0965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blindly wastes compute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4233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 every failure “just in case” burns CI minutes on problems a retry can never fix.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0" name="Image 1" descr="icons_bug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90118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4736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everything as a bug wastes people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50383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and environment hiccups get escalated as if they were real regressions.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5586984"/>
            <a:ext cx="457200" cy="45720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4" name="Image 2" descr="icons_search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70585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55412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should come before the verdict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58430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the actual logs and diff first, then classifies — not the other way around.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75120" y="169164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0B1F33"/>
          </a:solidFill>
          <a:ln/>
        </p:spPr>
      </p:sp>
      <p:pic>
        <p:nvPicPr>
          <p:cNvPr id="18" name="Image 3" descr="icons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0116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040880" y="301752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unnecessary re-run and every mis-escalated ticket is time a team doesn’t get back. A triage step that’s right most of the time — and honest when it isn’t — pays for itself immediately.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040880" y="4434840"/>
            <a:ext cx="4206240" cy="0"/>
          </a:xfrm>
          <a:prstGeom prst="line">
            <a:avLst/>
          </a:prstGeom>
          <a:noFill/>
          <a:ln w="12700">
            <a:solidFill>
              <a:srgbClr val="23405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040880" y="46634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“Evidence first, then classification, then action.”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 Triage Agent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failure gets read before it gets judged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pulls the real failure logs and the code diff for a failed CI run, then sorts the failure into exactly one of four categories.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7" name="Image 0" descr="icons_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700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337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Regression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points at changed code; failure repeats across retries.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251460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2" name="Image 1" descr="icons_red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6700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3337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failed in unrelated recent builds; diff doesn’t touch it; passes on retry.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4360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72200" y="2514600"/>
            <a:ext cx="640080" cy="64008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7" name="Image 2" descr="icons_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6700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72200" y="3337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Issue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17220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secrets, network errors, runner problems — no link to the code change.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641080" y="224028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69680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_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26700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869680" y="33375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869680" y="397764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conflict or evidence is thin — escalate with a short, useful summary.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989320"/>
            <a:ext cx="10607040" cy="502920"/>
          </a:xfrm>
          <a:prstGeom prst="roundRect">
            <a:avLst>
              <a:gd name="adj" fmla="val 14545"/>
            </a:avLst>
          </a:prstGeom>
          <a:solidFill>
            <a:srgbClr val="E4EEF1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77240" y="5989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cites the exact log lines and diff parts used — no black-box verdicts.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 Triage Agent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FOR THE HACKATHON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flow, kept tight for a 24-hour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83080" cy="3383280"/>
          </a:xfrm>
          <a:prstGeom prst="roundRect">
            <a:avLst>
              <a:gd name="adj" fmla="val 5128"/>
            </a:avLst>
          </a:prstGeom>
          <a:solidFill>
            <a:srgbClr val="13284A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" y="2395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5671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icons_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31272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566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97764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CI run comes in from GitHub Actions.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31720" y="3794760"/>
            <a:ext cx="137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68880" y="2103120"/>
            <a:ext cx="1783080" cy="3383280"/>
          </a:xfrm>
          <a:prstGeom prst="roundRect">
            <a:avLst>
              <a:gd name="adj" fmla="val 5128"/>
            </a:avLst>
          </a:prstGeom>
          <a:solidFill>
            <a:srgbClr val="13284A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76956" y="2395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7695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icons_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72" y="312724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560320" y="3566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2606040" y="397764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failure logs + the relevant code diff.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3794760"/>
            <a:ext cx="137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389120" y="2103120"/>
            <a:ext cx="1783080" cy="3383280"/>
          </a:xfrm>
          <a:prstGeom prst="roundRect">
            <a:avLst>
              <a:gd name="adj" fmla="val 5128"/>
            </a:avLst>
          </a:prstGeom>
          <a:solidFill>
            <a:srgbClr val="13284A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97196" y="2395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99719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2" descr="icons_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12" y="312724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480560" y="3566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4526280" y="397764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evidence out of both sources.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172200" y="3794760"/>
            <a:ext cx="137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309360" y="2103120"/>
            <a:ext cx="1783080" cy="3383280"/>
          </a:xfrm>
          <a:prstGeom prst="roundRect">
            <a:avLst>
              <a:gd name="adj" fmla="val 5128"/>
            </a:avLst>
          </a:prstGeom>
          <a:solidFill>
            <a:srgbClr val="13284A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17436" y="2395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91743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3" descr="icons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452" y="3127248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400800" y="3566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6446520" y="397764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confidence + supporting evidence.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092440" y="3794760"/>
            <a:ext cx="137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8229600" y="2103120"/>
            <a:ext cx="1783080" cy="3383280"/>
          </a:xfrm>
          <a:prstGeom prst="roundRect">
            <a:avLst>
              <a:gd name="adj" fmla="val 5128"/>
            </a:avLst>
          </a:prstGeom>
          <a:solidFill>
            <a:srgbClr val="13284A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837676" y="2395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83767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5" name="Image 4" descr="icons_red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692" y="3127248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8321040" y="3566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50" dirty="0"/>
          </a:p>
        </p:txBody>
      </p:sp>
      <p:sp>
        <p:nvSpPr>
          <p:cNvPr id="37" name="Text 30"/>
          <p:cNvSpPr txBox="1"/>
          <p:nvPr/>
        </p:nvSpPr>
        <p:spPr>
          <a:xfrm>
            <a:off x="8366760" y="397764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flaky candidate: bounded retry, max 2.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10012680" y="3794760"/>
            <a:ext cx="137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10149840" y="2103120"/>
            <a:ext cx="1783080" cy="3383280"/>
          </a:xfrm>
          <a:prstGeom prst="roundRect">
            <a:avLst>
              <a:gd name="adj" fmla="val 5128"/>
            </a:avLst>
          </a:prstGeom>
          <a:solidFill>
            <a:srgbClr val="13284A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0757916" y="2395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10757916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42" name="Image 5" descr="icons_us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5932" y="3127248"/>
            <a:ext cx="310896" cy="310896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0241280" y="3566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350" dirty="0"/>
          </a:p>
        </p:txBody>
      </p:sp>
      <p:sp>
        <p:nvSpPr>
          <p:cNvPr id="44" name="Text 36"/>
          <p:cNvSpPr txBox="1"/>
          <p:nvPr/>
        </p:nvSpPr>
        <p:spPr>
          <a:xfrm>
            <a:off x="10287000" y="397764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result, or escalate with a summary.</a:t>
            </a:r>
            <a:endParaRPr lang="en-US" sz="1050" dirty="0"/>
          </a:p>
        </p:txBody>
      </p:sp>
      <p:sp>
        <p:nvSpPr>
          <p:cNvPr id="45" name="Text 37"/>
          <p:cNvSpPr txBox="1"/>
          <p:nvPr/>
        </p:nvSpPr>
        <p:spPr>
          <a:xfrm>
            <a:off x="5486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small real GitHub repository with GitHub Actions, so failures are genuine — not mocked.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 Triage Agent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LOGIC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signals behind each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6" name="Image 0" descr="icons_red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928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failed in recent unrelated builds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doesn’t touch the failing test or related logic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on retry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92024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1" name="Image 1" descr="icons_b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574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0" y="18928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Regression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5603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 points to changed code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consistent across retries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is clearly related to the failing area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6" name="Image 2" descr="icons_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9959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Issue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secrets, network errors, runner problems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download failures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to the code change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37947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_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1605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39959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263640" y="46634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signals, or not enough evidence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with a short summary</a:t>
            </a:r>
            <a:endParaRPr lang="en-US" sz="11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valid, useful result — not a fallback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 Triage Agent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POLICY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Retries are bounded and evidence-gated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0B1F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failed run — not per test suite.</a:t>
            </a:r>
            <a:endParaRPr lang="en-US" sz="1200" dirty="0"/>
          </a:p>
        </p:txBody>
      </p:sp>
      <p:pic>
        <p:nvPicPr>
          <p:cNvPr id="8" name="Image 0" descr="icons_redo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475488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60520" y="1920240"/>
            <a:ext cx="6995160" cy="1143000"/>
          </a:xfrm>
          <a:prstGeom prst="roundRect">
            <a:avLst>
              <a:gd name="adj" fmla="val 6400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2240280"/>
            <a:ext cx="502920" cy="50292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1" name="Image 1" descr="icons_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3682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flaky score is high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074920" y="2423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has to actually point toward flakiness before a retry is spent on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60520" y="3291840"/>
            <a:ext cx="6995160" cy="1143000"/>
          </a:xfrm>
          <a:prstGeom prst="roundRect">
            <a:avLst>
              <a:gd name="adj" fmla="val 6400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89120" y="3611880"/>
            <a:ext cx="502920" cy="50292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16" name="Image 2" descr="icons_branch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373989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7492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diff doesn’t touch the test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5074920" y="3794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code change reaches the failing test or its logic, we don’t assume flakiness.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60520" y="4663440"/>
            <a:ext cx="6995160" cy="1143000"/>
          </a:xfrm>
          <a:prstGeom prst="roundRect">
            <a:avLst>
              <a:gd name="adj" fmla="val 6400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389120" y="4983480"/>
            <a:ext cx="502920" cy="502920"/>
          </a:xfrm>
          <a:prstGeom prst="ellipse">
            <a:avLst/>
          </a:prstGeom>
          <a:solidFill>
            <a:srgbClr val="E4EEF1"/>
          </a:solidFill>
          <a:ln/>
        </p:spPr>
      </p:sp>
      <p:pic>
        <p:nvPicPr>
          <p:cNvPr id="21" name="Image 3" descr="icons_char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511149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074920" y="4800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re-evaluated afterward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5074920" y="5166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retries run, the classification is updated — it’s never left at the original guess.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 Triage Agent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WE PLAN TO USE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real, and easy to demo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730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_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3545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 runs and real failures — nothing mocked.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97480" y="192024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614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3545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7208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diff analysis, classification logic.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46320" y="192024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5498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_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3545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56048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evidence scoring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98348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used only for summary help if needed.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95160" y="192024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0382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_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3545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04888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basic web page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13232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for the demo.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144000" y="192024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85266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_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235458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253728" y="301752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 / SQLite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9281160" y="3703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retry history across runs.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303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a helper for summaries — the classification itself is rules and evidence scoring, so every verdict stays explainable.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 Triage Agent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(CP1)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what’s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E4EEF1"/>
          </a:solidFill>
          <a:ln/>
        </p:spPr>
      </p:sp>
      <p:pic>
        <p:nvPicPr>
          <p:cNvPr id="5" name="Image 0" descr="icons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started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fully understood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classification rules defined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0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commit: README + project skeleton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78308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0B1F33"/>
          </a:solidFill>
          <a:ln/>
        </p:spPr>
      </p:sp>
      <p:pic>
        <p:nvPicPr>
          <p:cNvPr id="9" name="Image 1" descr="icons_li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1228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26060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real GitHub repo + 3 failure scenarios (genuine, flaky, environment)</a:t>
            </a:r>
            <a:endParaRPr lang="en-US" sz="13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log + diff collector</a:t>
            </a:r>
            <a:endParaRPr lang="en-US" sz="1300" dirty="0"/>
          </a:p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→"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first version of the classifier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 Triage Agent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3284A"/>
          </a:solidFill>
          <a:ln/>
        </p:spPr>
      </p:sp>
      <p:pic>
        <p:nvPicPr>
          <p:cNvPr id="4" name="Image 0" descr="icons_search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1887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2103120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first, then classification,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action.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35661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categories. Unclear is a valid and useful result.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2700">
            <a:solidFill>
              <a:srgbClr val="2340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45920" y="466344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focusing on a clean, working demo that judges can see live.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557784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2026-09-09T08:32:34Z</dcterms:created>
  <dcterms:modified xsi:type="dcterms:W3CDTF">2026-09-09T08:32:34Z</dcterms:modified>
</cp:coreProperties>
</file>